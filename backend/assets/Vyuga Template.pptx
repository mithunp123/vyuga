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PRASANTH MP" userId="bd4b4b57f4d18736" providerId="LiveId" clId="{3A834C73-5C1F-4913-8193-5F6200B1EE34}"/>
    <pc:docChg chg="custSel addSld delSld modSld">
      <pc:chgData name="RAVI PRASANTH MP" userId="bd4b4b57f4d18736" providerId="LiveId" clId="{3A834C73-5C1F-4913-8193-5F6200B1EE34}" dt="2026-04-18T11:27:13.993" v="141" actId="255"/>
      <pc:docMkLst>
        <pc:docMk/>
      </pc:docMkLst>
      <pc:sldChg chg="addSp modSp mod">
        <pc:chgData name="RAVI PRASANTH MP" userId="bd4b4b57f4d18736" providerId="LiveId" clId="{3A834C73-5C1F-4913-8193-5F6200B1EE34}" dt="2026-04-18T11:18:23.775" v="92" actId="1076"/>
        <pc:sldMkLst>
          <pc:docMk/>
          <pc:sldMk cId="2776435369" sldId="256"/>
        </pc:sldMkLst>
        <pc:spChg chg="add mod">
          <ac:chgData name="RAVI PRASANTH MP" userId="bd4b4b57f4d18736" providerId="LiveId" clId="{3A834C73-5C1F-4913-8193-5F6200B1EE34}" dt="2026-04-18T11:14:24.469" v="20" actId="1076"/>
          <ac:spMkLst>
            <pc:docMk/>
            <pc:sldMk cId="2776435369" sldId="256"/>
            <ac:spMk id="2" creationId="{B5ECE555-5F9B-6A3B-FA89-A73F55DAC009}"/>
          </ac:spMkLst>
        </pc:spChg>
        <pc:spChg chg="add mod">
          <ac:chgData name="RAVI PRASANTH MP" userId="bd4b4b57f4d18736" providerId="LiveId" clId="{3A834C73-5C1F-4913-8193-5F6200B1EE34}" dt="2026-04-18T11:18:23.775" v="92" actId="1076"/>
          <ac:spMkLst>
            <pc:docMk/>
            <pc:sldMk cId="2776435369" sldId="256"/>
            <ac:spMk id="3" creationId="{1C3C4C7C-C638-BF60-31DD-06CAA95A34AF}"/>
          </ac:spMkLst>
        </pc:spChg>
        <pc:spChg chg="add mod">
          <ac:chgData name="RAVI PRASANTH MP" userId="bd4b4b57f4d18736" providerId="LiveId" clId="{3A834C73-5C1F-4913-8193-5F6200B1EE34}" dt="2026-04-18T11:18:21.872" v="91" actId="1076"/>
          <ac:spMkLst>
            <pc:docMk/>
            <pc:sldMk cId="2776435369" sldId="256"/>
            <ac:spMk id="4" creationId="{A2485E91-9FF2-69E5-6A44-520E852E0F80}"/>
          </ac:spMkLst>
        </pc:spChg>
        <pc:spChg chg="mod ord">
          <ac:chgData name="RAVI PRASANTH MP" userId="bd4b4b57f4d18736" providerId="LiveId" clId="{3A834C73-5C1F-4913-8193-5F6200B1EE34}" dt="2026-04-18T11:13:55.399" v="16" actId="1076"/>
          <ac:spMkLst>
            <pc:docMk/>
            <pc:sldMk cId="2776435369" sldId="256"/>
            <ac:spMk id="8" creationId="{CDD0ADEC-FF3A-9203-019B-C02844CA13CC}"/>
          </ac:spMkLst>
        </pc:spChg>
        <pc:spChg chg="mod">
          <ac:chgData name="RAVI PRASANTH MP" userId="bd4b4b57f4d18736" providerId="LiveId" clId="{3A834C73-5C1F-4913-8193-5F6200B1EE34}" dt="2026-04-18T11:18:14.793" v="89" actId="1076"/>
          <ac:spMkLst>
            <pc:docMk/>
            <pc:sldMk cId="2776435369" sldId="256"/>
            <ac:spMk id="9" creationId="{0BB359F7-AC74-2750-1AC4-1F09FBCD7554}"/>
          </ac:spMkLst>
        </pc:spChg>
      </pc:sldChg>
      <pc:sldChg chg="delSp new del mod">
        <pc:chgData name="RAVI PRASANTH MP" userId="bd4b4b57f4d18736" providerId="LiveId" clId="{3A834C73-5C1F-4913-8193-5F6200B1EE34}" dt="2026-04-18T11:18:56.772" v="96" actId="47"/>
        <pc:sldMkLst>
          <pc:docMk/>
          <pc:sldMk cId="1992319137" sldId="257"/>
        </pc:sldMkLst>
        <pc:spChg chg="del">
          <ac:chgData name="RAVI PRASANTH MP" userId="bd4b4b57f4d18736" providerId="LiveId" clId="{3A834C73-5C1F-4913-8193-5F6200B1EE34}" dt="2026-04-18T11:18:50.830" v="94" actId="478"/>
          <ac:spMkLst>
            <pc:docMk/>
            <pc:sldMk cId="1992319137" sldId="257"/>
            <ac:spMk id="3" creationId="{B6EAE076-FAA9-A9EC-7F3B-875E3B1A4340}"/>
          </ac:spMkLst>
        </pc:spChg>
      </pc:sldChg>
      <pc:sldChg chg="addSp delSp modSp add mod">
        <pc:chgData name="RAVI PRASANTH MP" userId="bd4b4b57f4d18736" providerId="LiveId" clId="{3A834C73-5C1F-4913-8193-5F6200B1EE34}" dt="2026-04-18T11:20:34.996" v="112" actId="20577"/>
        <pc:sldMkLst>
          <pc:docMk/>
          <pc:sldMk cId="1411914868" sldId="258"/>
        </pc:sldMkLst>
        <pc:spChg chg="del">
          <ac:chgData name="RAVI PRASANTH MP" userId="bd4b4b57f4d18736" providerId="LiveId" clId="{3A834C73-5C1F-4913-8193-5F6200B1EE34}" dt="2026-04-18T11:19:24.332" v="97" actId="478"/>
          <ac:spMkLst>
            <pc:docMk/>
            <pc:sldMk cId="1411914868" sldId="258"/>
            <ac:spMk id="2" creationId="{F66FA159-1885-35BF-8D68-EC1C96ADD774}"/>
          </ac:spMkLst>
        </pc:spChg>
        <pc:spChg chg="del">
          <ac:chgData name="RAVI PRASANTH MP" userId="bd4b4b57f4d18736" providerId="LiveId" clId="{3A834C73-5C1F-4913-8193-5F6200B1EE34}" dt="2026-04-18T11:19:28.620" v="99" actId="478"/>
          <ac:spMkLst>
            <pc:docMk/>
            <pc:sldMk cId="1411914868" sldId="258"/>
            <ac:spMk id="3" creationId="{A157D976-1475-3FA9-D71D-A410BCAFF01A}"/>
          </ac:spMkLst>
        </pc:spChg>
        <pc:spChg chg="del">
          <ac:chgData name="RAVI PRASANTH MP" userId="bd4b4b57f4d18736" providerId="LiveId" clId="{3A834C73-5C1F-4913-8193-5F6200B1EE34}" dt="2026-04-18T11:19:30.339" v="100" actId="478"/>
          <ac:spMkLst>
            <pc:docMk/>
            <pc:sldMk cId="1411914868" sldId="258"/>
            <ac:spMk id="4" creationId="{69561B04-704D-0662-EA24-ED712465DFE8}"/>
          </ac:spMkLst>
        </pc:spChg>
        <pc:spChg chg="del">
          <ac:chgData name="RAVI PRASANTH MP" userId="bd4b4b57f4d18736" providerId="LiveId" clId="{3A834C73-5C1F-4913-8193-5F6200B1EE34}" dt="2026-04-18T11:19:43.696" v="103" actId="478"/>
          <ac:spMkLst>
            <pc:docMk/>
            <pc:sldMk cId="1411914868" sldId="258"/>
            <ac:spMk id="8" creationId="{92BC7C09-21C6-0BB6-B6E9-0D4E6ACD9D6C}"/>
          </ac:spMkLst>
        </pc:spChg>
        <pc:spChg chg="del">
          <ac:chgData name="RAVI PRASANTH MP" userId="bd4b4b57f4d18736" providerId="LiveId" clId="{3A834C73-5C1F-4913-8193-5F6200B1EE34}" dt="2026-04-18T11:19:27.030" v="98" actId="478"/>
          <ac:spMkLst>
            <pc:docMk/>
            <pc:sldMk cId="1411914868" sldId="258"/>
            <ac:spMk id="9" creationId="{FEA0B16A-31C2-D7BD-C729-C4E2AE3693FB}"/>
          </ac:spMkLst>
        </pc:spChg>
        <pc:spChg chg="add mod">
          <ac:chgData name="RAVI PRASANTH MP" userId="bd4b4b57f4d18736" providerId="LiveId" clId="{3A834C73-5C1F-4913-8193-5F6200B1EE34}" dt="2026-04-18T11:20:26.323" v="110" actId="1076"/>
          <ac:spMkLst>
            <pc:docMk/>
            <pc:sldMk cId="1411914868" sldId="258"/>
            <ac:spMk id="10" creationId="{586F2DA3-80C8-D227-C844-B7FA69934E6E}"/>
          </ac:spMkLst>
        </pc:spChg>
        <pc:spChg chg="add mod">
          <ac:chgData name="RAVI PRASANTH MP" userId="bd4b4b57f4d18736" providerId="LiveId" clId="{3A834C73-5C1F-4913-8193-5F6200B1EE34}" dt="2026-04-18T11:20:34.996" v="112" actId="20577"/>
          <ac:spMkLst>
            <pc:docMk/>
            <pc:sldMk cId="1411914868" sldId="258"/>
            <ac:spMk id="12" creationId="{2C751F42-3479-7106-FB21-222FF8830CFA}"/>
          </ac:spMkLst>
        </pc:spChg>
      </pc:sldChg>
      <pc:sldChg chg="modSp add mod">
        <pc:chgData name="RAVI PRASANTH MP" userId="bd4b4b57f4d18736" providerId="LiveId" clId="{3A834C73-5C1F-4913-8193-5F6200B1EE34}" dt="2026-04-18T11:22:24.520" v="117" actId="1076"/>
        <pc:sldMkLst>
          <pc:docMk/>
          <pc:sldMk cId="838518978" sldId="259"/>
        </pc:sldMkLst>
        <pc:spChg chg="mod">
          <ac:chgData name="RAVI PRASANTH MP" userId="bd4b4b57f4d18736" providerId="LiveId" clId="{3A834C73-5C1F-4913-8193-5F6200B1EE34}" dt="2026-04-18T11:22:24.520" v="117" actId="1076"/>
          <ac:spMkLst>
            <pc:docMk/>
            <pc:sldMk cId="838518978" sldId="259"/>
            <ac:spMk id="10" creationId="{9202DB6B-6807-C04A-7AD2-EBBF840A1E28}"/>
          </ac:spMkLst>
        </pc:spChg>
        <pc:spChg chg="mod">
          <ac:chgData name="RAVI PRASANTH MP" userId="bd4b4b57f4d18736" providerId="LiveId" clId="{3A834C73-5C1F-4913-8193-5F6200B1EE34}" dt="2026-04-18T11:22:21.067" v="116" actId="1076"/>
          <ac:spMkLst>
            <pc:docMk/>
            <pc:sldMk cId="838518978" sldId="259"/>
            <ac:spMk id="12" creationId="{251002A4-ED4F-8C2D-D242-435B00265B44}"/>
          </ac:spMkLst>
        </pc:spChg>
      </pc:sldChg>
      <pc:sldChg chg="delSp modSp add mod">
        <pc:chgData name="RAVI PRASANTH MP" userId="bd4b4b57f4d18736" providerId="LiveId" clId="{3A834C73-5C1F-4913-8193-5F6200B1EE34}" dt="2026-04-18T11:23:33.200" v="122" actId="478"/>
        <pc:sldMkLst>
          <pc:docMk/>
          <pc:sldMk cId="1690068774" sldId="260"/>
        </pc:sldMkLst>
        <pc:spChg chg="mod">
          <ac:chgData name="RAVI PRASANTH MP" userId="bd4b4b57f4d18736" providerId="LiveId" clId="{3A834C73-5C1F-4913-8193-5F6200B1EE34}" dt="2026-04-18T11:23:01.543" v="121" actId="20577"/>
          <ac:spMkLst>
            <pc:docMk/>
            <pc:sldMk cId="1690068774" sldId="260"/>
            <ac:spMk id="10" creationId="{B0C45294-6C19-9D2D-C9A0-CB2E45C2997A}"/>
          </ac:spMkLst>
        </pc:spChg>
        <pc:spChg chg="del">
          <ac:chgData name="RAVI PRASANTH MP" userId="bd4b4b57f4d18736" providerId="LiveId" clId="{3A834C73-5C1F-4913-8193-5F6200B1EE34}" dt="2026-04-18T11:23:33.200" v="122" actId="478"/>
          <ac:spMkLst>
            <pc:docMk/>
            <pc:sldMk cId="1690068774" sldId="260"/>
            <ac:spMk id="12" creationId="{8D9783F1-2212-0CA6-138E-98E2EDE22DF3}"/>
          </ac:spMkLst>
        </pc:spChg>
      </pc:sldChg>
      <pc:sldChg chg="modSp add mod">
        <pc:chgData name="RAVI PRASANTH MP" userId="bd4b4b57f4d18736" providerId="LiveId" clId="{3A834C73-5C1F-4913-8193-5F6200B1EE34}" dt="2026-04-18T11:26:18.807" v="129" actId="20577"/>
        <pc:sldMkLst>
          <pc:docMk/>
          <pc:sldMk cId="299698373" sldId="261"/>
        </pc:sldMkLst>
        <pc:spChg chg="mod">
          <ac:chgData name="RAVI PRASANTH MP" userId="bd4b4b57f4d18736" providerId="LiveId" clId="{3A834C73-5C1F-4913-8193-5F6200B1EE34}" dt="2026-04-18T11:26:18.807" v="129" actId="20577"/>
          <ac:spMkLst>
            <pc:docMk/>
            <pc:sldMk cId="299698373" sldId="261"/>
            <ac:spMk id="10" creationId="{9B1219D0-91D0-7BD7-993D-902AC0E76597}"/>
          </ac:spMkLst>
        </pc:spChg>
      </pc:sldChg>
      <pc:sldChg chg="new del">
        <pc:chgData name="RAVI PRASANTH MP" userId="bd4b4b57f4d18736" providerId="LiveId" clId="{3A834C73-5C1F-4913-8193-5F6200B1EE34}" dt="2026-04-18T11:26:24.262" v="131" actId="47"/>
        <pc:sldMkLst>
          <pc:docMk/>
          <pc:sldMk cId="1256996854" sldId="262"/>
        </pc:sldMkLst>
      </pc:sldChg>
      <pc:sldChg chg="modSp add mod">
        <pc:chgData name="RAVI PRASANTH MP" userId="bd4b4b57f4d18736" providerId="LiveId" clId="{3A834C73-5C1F-4913-8193-5F6200B1EE34}" dt="2026-04-18T11:27:13.993" v="141" actId="255"/>
        <pc:sldMkLst>
          <pc:docMk/>
          <pc:sldMk cId="1464218289" sldId="262"/>
        </pc:sldMkLst>
        <pc:spChg chg="mod">
          <ac:chgData name="RAVI PRASANTH MP" userId="bd4b4b57f4d18736" providerId="LiveId" clId="{3A834C73-5C1F-4913-8193-5F6200B1EE34}" dt="2026-04-18T11:27:13.993" v="141" actId="255"/>
          <ac:spMkLst>
            <pc:docMk/>
            <pc:sldMk cId="1464218289" sldId="262"/>
            <ac:spMk id="10" creationId="{0C24AB7F-87D1-52EC-48A7-47C3921EFC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EFEF-8001-FD32-CD82-827CF15C0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D412C-51E9-E7B6-38C8-404445824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79237-68A2-660E-0604-912696D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3B06E-EAC1-D2D6-ACF7-C38B2D43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1B31F-0A13-AF18-845C-0E40F7E6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77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AD7F-9338-3FE6-596D-E30D4460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76CB9-D878-4406-4417-7F0A0C155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393EC-5F28-CB3B-C937-D2D126AA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55DB-FE76-4EA5-263B-5971F0EB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41C7B-9316-3F0D-8245-FB723752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190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807F-EEE4-8E64-C416-8D7F3297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B4207-14BB-A982-C1A5-893A1A32E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0C5EC-0215-7632-BADA-FC5D1A78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508C0-D27C-8305-2DF8-E57D58FC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9E3F-4A76-F211-81B2-9D9B7F86B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33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B2E2-C040-0E36-D7D0-575A709B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1ED7F-BB40-E3CC-F0EC-2359CC7B2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9C7A5-29FA-503D-5F6E-99673D2B4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6E0C8-E0A5-EA36-F839-03B74256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D3C6-CA12-ED13-211F-3C16716FC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EB289-5FD7-16DF-520C-B3576541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2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DEBF-CF57-D1A1-E848-F4E89710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A94E4-BB39-639F-88A6-6CDF470A8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8EFD3-BE68-F52A-19BB-528E68821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E819E-ED65-5F5E-DB89-1A333AF33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1EE21-1356-B354-599F-4D94DD46A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BAEC23-5F2E-ACC6-2BEC-F6603DAF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EE6C7-EA27-FBAE-7F52-E918AEA0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706A5-849D-5C11-4DEB-0F57861A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65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CC5E-91DB-3ABA-247E-5739D6C1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BEBAC-2232-322E-39C8-36329F9E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B4C2F-0ACA-7BD0-B870-634F5498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EA7CD-B71F-8C2B-4BE4-FC96DE1D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8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4FD0A4-F595-126E-E123-C2BB4244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16B22-B273-9CE0-F3D1-795A5021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1D9E2-68EA-E652-C34B-F9AE6BB3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4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4A06-63FE-51A9-5F91-3A85BD78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E1D9-62F8-0DCA-2518-500EAD711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6EAF9-6D93-CAD3-0EC2-B1014CE41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7A771-67A0-B748-554D-954F6DC3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99BA2-15AE-E209-42ED-4C5680E7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83506-33F0-7524-F906-5DBDFA49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86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23E9-2FBB-FA6E-3518-F6C662768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F7748-8E95-355E-F6F9-A207F3CF3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2C806-9616-5A32-55E3-97B7B0257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A7679-0091-583F-D40E-D26951CF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3DE3B-8E21-265B-4A9F-59654B3FB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2ABB4-ADFC-FF5A-508F-51E1FF62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91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4C5B-62B5-1346-AACF-5E85E81B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6A559-D0D6-9FED-E545-1B02CE77C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D6F-685E-4C6A-C757-85A08534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C1FE3-25D5-AC9A-4BEF-9288BF1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C3273-5E20-550A-F9A8-E4A72FCC3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60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C9392-E4BD-B8AE-56B2-025547D07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23AF-FABE-14CC-E607-3712BC22B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3935D-0F0B-AE9E-878B-0B5DFCC8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9ED08-FADA-31FC-0B9F-F28A2A06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A7104-EFB2-1A11-BF8A-FB702ED1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76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B79DA-B0CD-CD79-F89C-369FCD7A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9B502-24C8-0EEC-03EA-595EB040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8092C-138A-94A0-DA08-290BB30CC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172D9-B572-4FA7-8D46-C874B97A5C9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8D20B-4EE7-7E62-5B36-F5F8F9551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827CA-6C57-1113-6F0A-DBCB65285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8CE8-CE2E-4F0D-80F0-30CDDBA7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79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F9B295-E2D1-800E-348A-FCDAB90F5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5" t="34102" r="10171" b="31795"/>
          <a:stretch>
            <a:fillRect/>
          </a:stretch>
        </p:blipFill>
        <p:spPr>
          <a:xfrm>
            <a:off x="9785838" y="61547"/>
            <a:ext cx="2127738" cy="944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DDA9FB-80B3-D171-B634-7739CC3C3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70"/>
          <a:stretch>
            <a:fillRect/>
          </a:stretch>
        </p:blipFill>
        <p:spPr>
          <a:xfrm>
            <a:off x="70337" y="112320"/>
            <a:ext cx="3452770" cy="8433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B359F7-AC74-2750-1AC4-1F09FBCD7554}"/>
              </a:ext>
            </a:extLst>
          </p:cNvPr>
          <p:cNvSpPr txBox="1"/>
          <p:nvPr/>
        </p:nvSpPr>
        <p:spPr>
          <a:xfrm>
            <a:off x="317942" y="5504717"/>
            <a:ext cx="29575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 Name: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No: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ECE555-5F9B-6A3B-FA89-A73F55DAC009}"/>
              </a:ext>
            </a:extLst>
          </p:cNvPr>
          <p:cNvSpPr/>
          <p:nvPr/>
        </p:nvSpPr>
        <p:spPr>
          <a:xfrm>
            <a:off x="3264144" y="2356706"/>
            <a:ext cx="5663712" cy="843326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0ADEC-FF3A-9203-019B-C02844CA13CC}"/>
              </a:ext>
            </a:extLst>
          </p:cNvPr>
          <p:cNvSpPr txBox="1"/>
          <p:nvPr/>
        </p:nvSpPr>
        <p:spPr>
          <a:xfrm>
            <a:off x="3764894" y="2516759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C4C7C-C638-BF60-31DD-06CAA95A34AF}"/>
              </a:ext>
            </a:extLst>
          </p:cNvPr>
          <p:cNvSpPr txBox="1"/>
          <p:nvPr/>
        </p:nvSpPr>
        <p:spPr>
          <a:xfrm>
            <a:off x="4385976" y="5504715"/>
            <a:ext cx="29575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01: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No: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85E91-9FF2-69E5-6A44-520E852E0F80}"/>
              </a:ext>
            </a:extLst>
          </p:cNvPr>
          <p:cNvSpPr txBox="1"/>
          <p:nvPr/>
        </p:nvSpPr>
        <p:spPr>
          <a:xfrm>
            <a:off x="8454010" y="5504715"/>
            <a:ext cx="29575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02: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No:</a:t>
            </a:r>
          </a:p>
        </p:txBody>
      </p:sp>
    </p:spTree>
    <p:extLst>
      <p:ext uri="{BB962C8B-B14F-4D97-AF65-F5344CB8AC3E}">
        <p14:creationId xmlns:p14="http://schemas.microsoft.com/office/powerpoint/2010/main" val="277643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6076F-A559-124E-8A5D-56B63CE2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6CB6CA-8401-FCFA-50CF-A0055AEDA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5" t="34102" r="10171" b="31795"/>
          <a:stretch>
            <a:fillRect/>
          </a:stretch>
        </p:blipFill>
        <p:spPr>
          <a:xfrm>
            <a:off x="9785838" y="61547"/>
            <a:ext cx="2127738" cy="944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550463-EB89-DCCE-9B59-B446675F6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70"/>
          <a:stretch>
            <a:fillRect/>
          </a:stretch>
        </p:blipFill>
        <p:spPr>
          <a:xfrm>
            <a:off x="70337" y="112320"/>
            <a:ext cx="3452770" cy="843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6F2DA3-80C8-D227-C844-B7FA69934E6E}"/>
              </a:ext>
            </a:extLst>
          </p:cNvPr>
          <p:cNvSpPr txBox="1"/>
          <p:nvPr/>
        </p:nvSpPr>
        <p:spPr>
          <a:xfrm>
            <a:off x="262306" y="1494666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Problem statement and your 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751F42-3479-7106-FB21-222FF8830CFA}"/>
              </a:ext>
            </a:extLst>
          </p:cNvPr>
          <p:cNvSpPr txBox="1"/>
          <p:nvPr/>
        </p:nvSpPr>
        <p:spPr>
          <a:xfrm>
            <a:off x="262306" y="2172184"/>
            <a:ext cx="8055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Explain</a:t>
            </a:r>
            <a:r>
              <a:rPr lang="en-US" sz="1800" i="1" spc="-2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problem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you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are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solving</a:t>
            </a:r>
            <a:r>
              <a:rPr lang="en-US" sz="1800" i="1" spc="-2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your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to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mitigate</a:t>
            </a:r>
            <a:r>
              <a:rPr lang="en-US" sz="1800" i="1" spc="-2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</a:t>
            </a:r>
            <a:r>
              <a:rPr lang="en-US" sz="1800" i="1" spc="-1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problem:</a:t>
            </a:r>
            <a:endParaRPr lang="en-IN" sz="1800" i="1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914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38CB1-59FF-ACEB-376C-F447F0B6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F9AACD-10E2-4F67-0CEF-AE37C84E8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5" t="34102" r="10171" b="31795"/>
          <a:stretch>
            <a:fillRect/>
          </a:stretch>
        </p:blipFill>
        <p:spPr>
          <a:xfrm>
            <a:off x="9785838" y="61547"/>
            <a:ext cx="2127738" cy="944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C0F3D3-D791-348D-26EA-FA896D5A7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70"/>
          <a:stretch>
            <a:fillRect/>
          </a:stretch>
        </p:blipFill>
        <p:spPr>
          <a:xfrm>
            <a:off x="70337" y="112320"/>
            <a:ext cx="3452770" cy="843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02DB6B-6807-C04A-7AD2-EBBF840A1E28}"/>
              </a:ext>
            </a:extLst>
          </p:cNvPr>
          <p:cNvSpPr txBox="1"/>
          <p:nvPr/>
        </p:nvSpPr>
        <p:spPr>
          <a:xfrm>
            <a:off x="262306" y="1485874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Technology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1002A4-ED4F-8C2D-D242-435B00265B44}"/>
              </a:ext>
            </a:extLst>
          </p:cNvPr>
          <p:cNvSpPr txBox="1"/>
          <p:nvPr/>
        </p:nvSpPr>
        <p:spPr>
          <a:xfrm>
            <a:off x="262306" y="2198561"/>
            <a:ext cx="8055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Describe</a:t>
            </a:r>
            <a:r>
              <a:rPr lang="en-US" i="1" spc="-3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</a:t>
            </a:r>
            <a:r>
              <a:rPr lang="en-US" i="1" spc="-35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product</a:t>
            </a:r>
            <a:r>
              <a:rPr lang="en-US" i="1" spc="-3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i="1" spc="-25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its</a:t>
            </a:r>
            <a:r>
              <a:rPr lang="en-US" i="1" spc="-3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functionality</a:t>
            </a:r>
            <a:r>
              <a:rPr lang="en-US" i="1" spc="-35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</a:t>
            </a:r>
            <a:r>
              <a:rPr lang="en-US" i="1" spc="-3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detail</a:t>
            </a:r>
            <a:r>
              <a:rPr lang="en-US" i="1" dirty="0"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IN" i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1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25B59-CD84-2EC3-C591-F6E84FDA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B418B6-E296-BA2B-4BED-B69C138AC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5" t="34102" r="10171" b="31795"/>
          <a:stretch>
            <a:fillRect/>
          </a:stretch>
        </p:blipFill>
        <p:spPr>
          <a:xfrm>
            <a:off x="9785838" y="61547"/>
            <a:ext cx="2127738" cy="944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F64820-C5F4-A5DC-CF2A-6F21D3A80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70"/>
          <a:stretch>
            <a:fillRect/>
          </a:stretch>
        </p:blipFill>
        <p:spPr>
          <a:xfrm>
            <a:off x="70337" y="112320"/>
            <a:ext cx="3452770" cy="843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C45294-6C19-9D2D-C9A0-CB2E45C2997A}"/>
              </a:ext>
            </a:extLst>
          </p:cNvPr>
          <p:cNvSpPr txBox="1"/>
          <p:nvPr/>
        </p:nvSpPr>
        <p:spPr>
          <a:xfrm>
            <a:off x="262306" y="1485874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Unique Value Proposition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06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25801-5F01-017F-986A-1FDBD63C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381E36-9EC4-F066-78E1-3C513CE38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5" t="34102" r="10171" b="31795"/>
          <a:stretch>
            <a:fillRect/>
          </a:stretch>
        </p:blipFill>
        <p:spPr>
          <a:xfrm>
            <a:off x="9785838" y="61547"/>
            <a:ext cx="2127738" cy="944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BFB541-F5D9-9161-3817-71337179F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70"/>
          <a:stretch>
            <a:fillRect/>
          </a:stretch>
        </p:blipFill>
        <p:spPr>
          <a:xfrm>
            <a:off x="70337" y="112320"/>
            <a:ext cx="3452770" cy="843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1219D0-91D0-7BD7-993D-902AC0E76597}"/>
              </a:ext>
            </a:extLst>
          </p:cNvPr>
          <p:cNvSpPr txBox="1"/>
          <p:nvPr/>
        </p:nvSpPr>
        <p:spPr>
          <a:xfrm>
            <a:off x="262306" y="1485874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Competitive Analysis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98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8D1AF-836D-2F40-6230-3C442832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491609-E9B0-9F95-D436-24D5247AA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5" t="34102" r="10171" b="31795"/>
          <a:stretch>
            <a:fillRect/>
          </a:stretch>
        </p:blipFill>
        <p:spPr>
          <a:xfrm>
            <a:off x="9785838" y="61547"/>
            <a:ext cx="2127738" cy="944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4061E8-EA4E-3F77-A823-17DB6F544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70"/>
          <a:stretch>
            <a:fillRect/>
          </a:stretch>
        </p:blipFill>
        <p:spPr>
          <a:xfrm>
            <a:off x="70337" y="112320"/>
            <a:ext cx="3452770" cy="843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24AB7F-87D1-52EC-48A7-47C3921EFCD9}"/>
              </a:ext>
            </a:extLst>
          </p:cNvPr>
          <p:cNvSpPr txBox="1"/>
          <p:nvPr/>
        </p:nvSpPr>
        <p:spPr>
          <a:xfrm>
            <a:off x="262306" y="1485874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About Team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218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83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PRASANTH MP</dc:creator>
  <cp:lastModifiedBy>RAVI PRASANTH MP</cp:lastModifiedBy>
  <cp:revision>1</cp:revision>
  <dcterms:created xsi:type="dcterms:W3CDTF">2026-04-18T10:14:30Z</dcterms:created>
  <dcterms:modified xsi:type="dcterms:W3CDTF">2026-04-18T11:29:11Z</dcterms:modified>
</cp:coreProperties>
</file>